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130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82A3-A7F5-550A-CF64-E9D8BF2D6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35040-0826-A05B-DA40-838CEFA1B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7040-0FE7-351E-FB84-038EE0B7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82F2-4E47-8D83-CB87-61F5D2FD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6100-3C9C-10DC-A205-154CD86E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1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FDC5-CBCA-BCA1-6250-0B4450BB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E8C9-54FF-7BBE-B4F0-7D02C9A6A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0A007-D651-0430-371D-D26ABA6D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27AC-CB76-7EBE-3109-FF247053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29BF5-DC3B-B6E5-8E39-F80C770A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9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AAE4-428A-7FDE-2E0D-161991C3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AE05B-D167-7133-D95C-D309D719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50EF6-298D-F57F-BDE3-DCACBA33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1D58D-8ECE-C46C-4696-3E962F36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17F0-6F07-4D6B-B40A-D85FFB9C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4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04F7-EE89-C405-1C6F-356711A7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07CE-E4C7-D63C-4D24-82FF10331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84C85-5771-7675-9297-25C80D5FF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41D8-6900-157D-A317-441FBA21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88448-08BE-05E1-A66F-0AE2AD3A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23C91-231D-ED8F-65A7-869A0E4A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2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9D66-569C-8DAC-57A9-55E451F9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89360-4377-9518-D624-3FA7B9520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2F903-C178-7C10-3C8C-59C211842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E8C52-B971-007B-4750-476AE74D5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DAFAB-FBCD-A7EC-B7B0-C77CF169C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2E91C-7837-D54B-62A4-D230C986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78186-E2F4-3AFA-BEA0-260C9CD6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55324-4186-EFAA-8D48-E35D80E9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4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97C1-F2B8-0C00-9A66-5F7CD23E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8DCBD-61AF-C933-8E33-CF77B4A4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825AB-C891-77EC-29B1-F277DC1D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9BFAF-88EE-00FB-15E4-9E480681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58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C37C6-7D31-FF61-D0F2-F3870059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C6595-197E-8B5E-DB01-25B184BB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33237-F898-887E-EA7B-AF93C1C5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E700-E54A-8D92-2173-3F620D9E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A7168-441B-693F-DB38-471F536B6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5C01E-B3EA-23AD-0267-08E743B03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FEA1E-E48D-DE91-7501-5B18900D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A0DC3-9E65-BA46-80FD-F96ED80F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180EC-9D58-1376-9182-FBF1BBB8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1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F49A-BEBA-1582-61CE-2374EF77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B1A82-2D0A-E81B-B0D5-E91679D4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E5A4F-AE43-2056-47FA-DC86CF9DF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94FC0-0EE6-42F0-3C43-358F2B07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E18F8-4546-C5C6-E87A-7BAD5CF0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D393-3DAC-BBCE-FDB9-7A0DC00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4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F268-E7D2-C363-CE83-20E8AD43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76D7C-B2B4-EF77-AF50-98850CE87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02E9-DA5B-8DDF-BCC6-7886AA12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D63D6-3E2D-0899-E746-0A750389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D145E-FED8-3DDC-BE96-95B082A1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9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FA130-C77E-12D5-A0CD-C924BD34C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A9139-8D3A-6C3C-51AB-C907A78DE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8A2F7-3926-F18B-05CF-983329A5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3AF1C-B63C-985B-8742-E8B1FB25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4248C-ED7A-57AD-9F4F-1105EA78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12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2023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36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A332C6-97F7-4093-1916-92C1331F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C1602-8BAC-792E-1F0B-64C6F9533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7C67A-C596-52D8-4305-58D1400C1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4D6A8-C681-46E7-9610-3B3090DBB85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1E31-2EC5-DB56-0044-1F2392923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203CC-EFDE-EF49-3433-53FA0A692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994F6-E696-401B-813B-25FCCDD47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C778-3A88-241E-2C3B-7AC65280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63356-0F6D-ECC5-8DC1-82055D7C9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2025 Cognizant PRIVILEGED &amp; CONFIDENTIAL ATTORNEY WORK PRODUCT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6709A-455E-AF03-34A9-CDCC97D1B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73FDE7C-A750-E86A-5584-E43F6D6E6E40}"/>
              </a:ext>
            </a:extLst>
          </p:cNvPr>
          <p:cNvSpPr txBox="1">
            <a:spLocks/>
          </p:cNvSpPr>
          <p:nvPr/>
        </p:nvSpPr>
        <p:spPr>
          <a:xfrm>
            <a:off x="457199" y="74713"/>
            <a:ext cx="10808209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Staff Augmentation –Sample Client Job Postings</a:t>
            </a:r>
            <a:endParaRPr lang="en-IN" dirty="0"/>
          </a:p>
        </p:txBody>
      </p:sp>
      <p:pic>
        <p:nvPicPr>
          <p:cNvPr id="11" name="Picture 10" descr="A document with text on it&#10;&#10;Description automatically generated">
            <a:extLst>
              <a:ext uri="{FF2B5EF4-FFF2-40B4-BE49-F238E27FC236}">
                <a16:creationId xmlns:a16="http://schemas.microsoft.com/office/drawing/2014/main" id="{FD6473E3-E4E1-F02B-B207-46DE02924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12" y="455748"/>
            <a:ext cx="4875187" cy="6234384"/>
          </a:xfrm>
          <a:prstGeom prst="rect">
            <a:avLst/>
          </a:prstGeom>
        </p:spPr>
      </p:pic>
      <p:pic>
        <p:nvPicPr>
          <p:cNvPr id="13" name="Picture 12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9745B5EA-E168-FFB6-64E9-A4DD3E244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278" y="1002535"/>
            <a:ext cx="6287513" cy="495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8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Krishnamurthy, Senthamizh Selvi (Cognizant)</dc:creator>
  <cp:lastModifiedBy>Krishnamurthy, Senthamizh Selvi (Cognizant)</cp:lastModifiedBy>
  <cp:revision>1</cp:revision>
  <dcterms:created xsi:type="dcterms:W3CDTF">2025-02-19T05:48:54Z</dcterms:created>
  <dcterms:modified xsi:type="dcterms:W3CDTF">2025-02-19T05:49:56Z</dcterms:modified>
</cp:coreProperties>
</file>